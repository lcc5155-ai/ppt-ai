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Noto Sans CJK TC"/>
              </a:rPr>
              <a:t>顯化、意識轉變與能量頻率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31720"/>
            <a:ext cx="7132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6B7280"/>
                </a:solidFill>
                <a:latin typeface="Noto Sans CJK TC"/>
              </a:rPr>
              <a:t>NoteBookLM 摘要重點簡報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063240"/>
            <a:ext cx="10058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83280"/>
            <a:ext cx="9326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核心主張：不是靠用力追逐，而是靠內在頻率吸引對應現實</a:t>
            </a:r>
          </a:p>
          <a:p>
            <a:pPr>
              <a:spcAft>
                <a:spcPts val="10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主軸包含：振動、提前感恩、身分切換、腦科學重塑、克服懷疑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核心觀點總覽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宇宙回應的是你的能量狀態，而不只是語言與行動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「我想要」常在強化匱乏；「我已經在接收」更接近豐盛頻率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顯化重點不是外求，而是先在內在成為那個版本的自己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持續練習會透過神經可塑性，把新狀態變成習慣與性格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振動決定現實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當人長期處於喜悅、平靜、豐盛等狀態時，較容易吸引相符經驗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若內在一直發送匱乏、焦慮、懷疑，外在也更容易回饋相似情境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關鍵不是口頭說什麼，而是身體與情緒真正活在哪個頻率裡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最強顯化工具：提前感恩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在結果出現前先感謝，等於向大腦與世界宣告：我已相信它正在發生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感恩會讓人從匱乏切換到接收狀態，降低焦躁與過度索求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做完意圖設定後保持沉默，有助於保護能量，不被外界懷疑干擾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實踐技巧：活在終點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切換新身分：先感受自己已經成為目標中的那個人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4–10 分鐘顯化法：放鬆呼吸 → 清晰意圖 → 情緒沉浸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一秒啟動法：用固定動作重置狀態，例如拍胸口、深呼吸、展開姿勢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腦科學與潛意識重塑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神經可塑性表示：重複的想法與感受，會逐步形成穩固神經路徑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持續 21–66 天練習，新思維模式更可能自動化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要顯化未來，必須學會不被過去記憶與當下環境完全綁架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如何克服懷疑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把懷疑視為大腦的「生存警報」，不是事實本身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先觀察念頭，不急著跟它辯論，也不讓它接管情緒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回到感恩與已擁有的狀態，減少匱乏感與焦慮感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不要一直追問「怎麼還沒發生」，避免把種子反覆挖出來檢查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負面想像如何影響大腦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大腦與身體常無法完全分辨真實事件與帶情緒的生動想像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反覆演練最壞情境，會啟動壓力反應，讓人更容易陷入焦慮迴圈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長期負面自我對話，會把「我不行、很危險、做不到」硬連線成自動模式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可執行行動清單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每天 5–10 分鐘：呼吸放鬆＋觀想＋提前感恩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睡前自問：如果願望已經成真，我現在會怎麼感受與行動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懷疑出現時：先命名它，再做一個重置動作把自己拉回當下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避免過度向外求驗證，把注意力放回穩定頻率與一致行動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Noto Sans CJK TC"/>
              </a:rPr>
              <a:t>結論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4630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顯化的核心，不是更用力追，而是先成為對應結果的自己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當內在狀態、情緒頻率與行為一致，外在現實更容易開始改變</a:t>
            </a:r>
          </a:p>
          <a:p>
            <a:pPr>
              <a:spcAft>
                <a:spcPts val="1200"/>
              </a:spcAft>
              <a:defRPr sz="2200">
                <a:solidFill>
                  <a:srgbClr val="374151"/>
                </a:solidFill>
                <a:latin typeface="Noto Sans CJK TC"/>
              </a:defRPr>
            </a:pPr>
            <a:r>
              <a:t>重點不是零懷疑，而是即使懷疑出現，也能選擇不被它綁走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26364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DejaVu Sans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